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把需求记忆放进内存，本质是用允许记忆丢失换取架构简化，拿不到 BFF 持久化那样的保证。真正需要保持的是 BFF 到 GenSlide 的路由，而且要落到同一个进程，因为普通内存不跨 Python Worker 共享。Kubernetes 的 ClientIP 亲和基于来源 IP，在转发架构下可能把许多用户挤到同一 Pod，不能替代按业务会话标识的保持。如果内存记录丢失，应明确提示需求上下文已失效；若要求发布或故障切换后记忆不断，就仍需保留 BFF 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内存方案的前提是把路由粒度从用户降到会话标识，并保证请求最终进入同一个进程，因为多个 Python Worker 之间的内存并不共享。即便会话亲和配置正确，它也只解决路由问题，Pod 重启或被替换后需求记忆无法凭亲和恢复，因此必须接受重新确认需求的代价。特别需要提醒的是，Kubernetes Service 的 ClientIP 亲和基于来源 IP，在 BFF 转发架构下可能把大量用户集中到同一个 Pod，不能直接视为业务会话保持。如果业务要求发布或故障切换后记忆不中断，就应继续保留 BFF 快照方案。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把需求记忆放进 GenSlide 进程内存，前提是同一会话的请求能持续落到同一个实例，所以路由粒度必须是业务 session_id，而不是用户或来源 IP。Kubernetes Service 的 ClientIP 亲和会把大量用户挤到同一个 Pod，在 BFF 转发架构下不能当作业务会话保持。内存方案换来的是简化，代价是重启、故障或路由变化后记忆消失，此时应明确告知需求上下文已失效。内存记录还要绑定完整身份与运行时标识，并设置空闲清理与容量上限；若要求发布和故障切换后记忆不断，就应保留 BFF 快照方案。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会话亲和只能解决请求落到哪个实例的问题，它并不保存任何状态。因此除了在网关层按业务会话标识做路由，还要保证目标 Pod 内部只有一个 ASGI 进程在持有需求记忆，否则多进程之间会各记各的。需要明确的是，Pod 一旦被替换或重启，内存中的需求上下文就会消失，我们只能提示用户重新确认需求，但已交付给 BFF 的文件不会受影响。所以如果一期能接受这种降级，内存方案可行；若要求发布和故障切换后记忆不断，就必须保留 BFF 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这个方案本质上是允许记忆丢失来换取架构简化，前提是会话亲和真正按业务会话标识生效，而不只是用户级别。需要特别说明的是，亲和只负责把请求送到同一个实例，Pod 被替换后内存里的需求不会自动回来，所以原计划中重启后恢复需求的承诺必须同步移除。内存中的需求也要绑定完整身份和运行时标识，提交前只改候选副本，等 BFF 确认后再更新。若发布或故障切换后仍要求连续记忆，就应继续保留 BFF 快照方案。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ClientIP 亲和判断的是请求来源 IP，而不是业务层的会话标识，所以在 BFF 统一转发的架构里，它可能把大量用户塞进同一个 Pod，起不到按会话隔离的效果。要真正实现会话保持，应该按 session_id 这类业务标识做路由，并确保同一 Pod 内由同一个 ASGI 进程处理，避免多 Worker 内存不共享。更需要强调的是，亲和只解决路由问题，一旦 Pod 被替换，进程内存中的需求记忆无法凭亲和恢复，因此是否采用内存方案，取决于能否接受重启后让用户重新确认需求。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把需求记忆放进 GenSlide 进程内存，前提是同一会话的请求持续落到同一个实例，这要求按会话标识做路由，而 Kubernetes Service 的 ClientIP 亲和是按来源 IP，在 BFF 转发架构下无法当作业务会话保持。这样调整后，只有用户确认的需求、偏好和澄清状态留在内存，并需设置 4 小时空闲清理与容量上限。一旦内存记录丢失，应明确提示当前需求上下文已失效、请重新确认，而不能假装还记得；丢失的是需求记忆，已交给 BFF 的文件不受影响。若一期接受正常连续对话、重启后重新确认需求，内存方案可行，否则应保留 BFF 快照，并同步移除原计划中不粘性路由、重启恢复的承诺。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把需求记忆放进 GenSlide 进程内存，本质上是用「允许丢失」换取的简化，因此拿不到 BFF 持久化同等的保证。会话亲和只解决路由问题，它并不保存内存，所以 Pod 被替换后记忆无法靠亲和恢复；同时 Kubernetes Service 的 ClientIP 亲和是按来源 IP 计，在 BFF 转发架构下容易把大量用户挤到同一个 Pod，不能当作业务级会话保持。内存方案落地时，需求要绑定完整身份与运行时标识，并设置空闲清理和容量上限，业务提交前只改候选副本。一旦记录丢失，必须明确提示「当前需求上下文已失效，请重新确认」，不能假装还记得；丢的是需求记忆，不是已经交给 BFF 的文件。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选择内存方案的前提是只保持 BFF 到 GenSlide 的路由，所以 Pod 一旦重启或被替换，之前确认的需求就无法恢复。这种简化本质上是用允许记忆丢失换取的，必须让用户感知到，而不能让系统假装还记得。当记录不存在时，应明确提示当前需求上下文已失效并请用户重新确认。同时要强调，丢失的只是需求记忆，已经交给 BFF 的文件、授权与会话版本不受影响。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这里的核心问题不是内存方案能不能实现，而是我们愿意用什么样的保证去换简化。会话亲和只负责把请求路由到同一个实例，Pod 重建或路由变化后，内存里的需求记忆无法凭亲和恢复。如果一期只要求正常使用时的连续对话，内存方案成立；如果要求发布、故障切换后记忆也不断，就应保留 BFF 快照。采用内存方案后，原计划中“不需要粘性路由、重启后恢复需求”的承诺必须同步删除，同时要清楚丢失的只是需求记忆，已交给 BFF 的文件和结果不受影响。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80467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880360"/>
            <a:ext cx="32004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Generated by GenSlide · AI-powered presentation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663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CADCFC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前提是保持 BFF 到 GenSlide 的路由，并按会话标识路由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同一 Pod 内需进入同一进程，沿用一 Pod 一个 ASGI 进程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接受重启、故障或路由变化后丢失需求记忆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ClientIP 亲和按来源 IP，不能当作业务会话保持方案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内存需求需设空闲清理、单会话与总容量上限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实现会话保持的关键条件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会话保持要求同一会话的请求持续落到同一个 GenSlide 实例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应按会话标识路由，而不是只按用户或浏览器登录状态路由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同一 Pod 内需进入同一 ASGI 进程，多 Worker 之间内存不共享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接受重启、故障或路由变化后需求记忆丢失，并明确提示重新确认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Kubernetes ClientIP 亲和按来源 IP，不能直接当作业务会话保持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按会话标识路由 BFF 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会话亲和须覆盖 BFF → GenSlide 路由，而非只按用户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按业务 session_id 路由；Kubernetes ClientIP 亲和按来源 IP，不可用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沿用一 Pod 一 ASGI 进程，避免多 Worker 内存不共享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Pod 重启或故障后需求记忆丢失，须提示重新确认需求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授权、会话版本、幂等、回执、已生成文件仍由 BFF 保存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单 Pod 单进程避免内存分裂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会话保持只保证 BFF 到 GenSlide 的路由，需按 session_id 而非仅按用户路由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一个 Pod 内保持单个 ASGI 进程，避免多 Worker 内存不共享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接受重启、故障或路由变化后需求记忆丢失，亲和无法恢复内存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Service 的 ClientIP 亲和按来源 IP，不能直接当作业务会话保持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BFF 仍管理授权、版本、幂等与文件；内存记忆设 4 小时清理和容量上限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接受重启故障后记忆丢失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按 session_id 路由到同一 GenSlide Pod，并沿用一 Pod 一 ASGI 进程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重启、故障或路由变化后需求记忆丢失，会话亲和无法恢复内存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Kubernetes ClientIP 亲和按来源 IP，不能当作业务会话保持方案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需求记忆放 GenSlide 内存，授权、版本、幂等与文件仍由 BFF 保存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内存需设 4 小时空闲清理与容量上限，丢失时提示重新确认需求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ClientIP 亲和不适用业务会话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Kubernetes Service 的 ClientIP 亲和按来源 IP，而非业务 session_id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BFF 转发架构下，众多用户可能被集中到同一个 Pod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业务真正需要保持的是 BFF 到 GenSlide 的按会话标识路由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会话亲和只管路由不保存内存，Pod 替换后需求记忆丢失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若要求发布、故障切换后记忆不断，应保留 BFF 快照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状态保存位置重新划分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会话保持下需求记忆可放内存，代价是允许记忆丢失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需按 session_id 路由 BFF→GenSlide，而非仅按用户或来源 IP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保持一 Pod 一 ASGI 进程，避免多 Worker 内存不共享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需接受重启、故障或路由变化后需求记忆失效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授权、幂等、交接回执及生成文件仍由 BFF 保存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内存需求记忆的治理限制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会话保持须绑定 BFF→GenSlide 路由与会话标识，而非仅按用户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同一 Pod 内也须落在同一进程，沿用一 Pod 一 ASGI 进程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必须接受重启、故障或路由变化后需求记忆丢失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授权、会话版本、幂等与已生成文件仍由 BFF 管理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内存需求设 4 小时空闲清理、单会话与总容量上限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记忆失效必须明确提示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会话亲和只负责路由，不负责保存进程内的需求记忆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建议按业务 session_id 路由，ClientIP 亲和不能当会话保持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内存记忆需绑定完整身份与运行时标识，并设容量上限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4 小时空闲清理、单会话与总容量上限必须配置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记录丢失时提示“当前需求上下文已失效，请重新确认”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8321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一期方案建议与承诺调整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ADCFC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321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内存方案可行前提：接受重启后需重新确认需求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需按会话标识路由，并沿用一 Pod 一个 ASGI 进程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Kubernetes ClientIP 亲和按来源 IP，不能算业务会话保持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BFF 仍管授权、版本、幂等、回执与文件，内存只存需求</a:t>
            </a:r>
          </a:p>
          <a:p>
            <a:pPr>
              <a:buChar char="▸"/>
              <a:buFont typeface="Arial"/>
              <a:spcBef>
                <a:spcPts val="160"/>
              </a:spcBef>
            </a:pPr>
            <a:r>
              <a:rPr sz="2000">
                <a:solidFill>
                  <a:srgbClr val="1A1A2E"/>
                </a:solidFill>
                <a:latin typeface="Calibri"/>
              </a:rPr>
              <a:t>内存设 4 小时空闲清理；丢失时明确提示重新确认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8046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834640"/>
            <a:ext cx="2286000" cy="254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内存记忆方案的核心假设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